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CAA69F-894B-4DDB-9297-E0073110FBEF}"/>
              </a:ext>
            </a:extLst>
          </p:cNvPr>
          <p:cNvSpPr/>
          <p:nvPr/>
        </p:nvSpPr>
        <p:spPr>
          <a:xfrm>
            <a:off x="329771" y="3667432"/>
            <a:ext cx="4429041" cy="26039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658B4B-D0C7-A005-C093-E3EDF1641C68}"/>
              </a:ext>
            </a:extLst>
          </p:cNvPr>
          <p:cNvSpPr/>
          <p:nvPr/>
        </p:nvSpPr>
        <p:spPr>
          <a:xfrm>
            <a:off x="329772" y="1219201"/>
            <a:ext cx="4429041" cy="2364811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6DA20C-B5C9-E46A-EDCF-0B079B850550}"/>
              </a:ext>
            </a:extLst>
          </p:cNvPr>
          <p:cNvSpPr/>
          <p:nvPr/>
        </p:nvSpPr>
        <p:spPr>
          <a:xfrm>
            <a:off x="4837471" y="1219200"/>
            <a:ext cx="7024757" cy="50521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7878DD-772E-3886-6B26-A72BDDDAC5D1}"/>
              </a:ext>
            </a:extLst>
          </p:cNvPr>
          <p:cNvSpPr txBox="1"/>
          <p:nvPr/>
        </p:nvSpPr>
        <p:spPr>
          <a:xfrm>
            <a:off x="5191432" y="30768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7568</TotalTime>
  <Words>92</Words>
  <Application>Microsoft Office PowerPoint</Application>
  <PresentationFormat>Widescreen</PresentationFormat>
  <Paragraphs>35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Gandhi, Manav</cp:lastModifiedBy>
  <cp:revision>152</cp:revision>
  <dcterms:created xsi:type="dcterms:W3CDTF">2013-12-12T18:46:50Z</dcterms:created>
  <dcterms:modified xsi:type="dcterms:W3CDTF">2026-09-05T09:20:28Z</dcterms:modified>
  <cp:category/>
</cp:coreProperties>
</file>